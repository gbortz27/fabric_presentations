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7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6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6C67-70C1-89B2-678C-0E8320A6C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C8D44-1977-23A5-FFC2-FFE76BE64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54A33-729C-8227-64B5-DF19DA24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AF90-4DED-214F-3FC0-ABBB1687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EF59-41B1-F4A8-8191-5686E0A2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900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5E9-3634-2BAA-74BC-997FFC77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9DE79-9592-D96A-04B7-0AE3B97DB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1B9F-8D72-8396-834A-A8A233B2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3F16D-9C6A-67A7-D6DD-DA73A15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F06E-B2C9-3EA3-6BBD-A335F500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652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890A-0683-B95F-533C-6117EC6C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E6E4B-D7CB-1864-B78E-253710A8E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8E8E3-3D0A-7B75-6F6E-77A43F40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9B7DB-A8D9-EE2C-D8D7-075B8360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001F-F5ED-4046-66D9-B1941852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590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A6B6-8180-CB51-4D87-210FCA0F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29A0-2E4D-C365-1E3B-18E896D15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C76BF-5819-231A-F1DC-BDF115F6B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36974-6CED-DDB2-35CB-2A6B718B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B9DBB-E482-D9D2-E5D9-053FD127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9B6-1054-F7C4-5770-FA1913A3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698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D8B2-A6E3-7E05-EFE4-0EC79A1B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C022E-10CE-D3D3-1FE7-16A627378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B5495-35BD-30B3-000D-69434A35A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B0DE1-4108-B613-BFE4-47256A7C0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9162B-68B8-9B0C-EFAC-A2CF8A1B5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78DE6-FB6E-8DCD-4A9F-5920A88C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80E48-A52D-A460-5408-D4B5CAE3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32057-06E2-5BFC-9528-79FDA253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708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9AA4-043E-F199-8685-49950649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8C81B-03DD-BF10-164C-9EA8FFFF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259A8-B9F4-5E3D-D46E-57DDC7CD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561F-5B79-BA04-F63D-F279505F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212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54291-1585-FED0-31E0-89BA0376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4B672-0029-957B-EC29-F8BF8CB8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267F-F888-C411-AA78-577AA6FD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091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8C3A-7F5B-FB91-D4EC-25AAC736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5FA5-8B55-B252-A9B1-FC1F280F3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1B687-CE91-C192-D0B9-7AD1E8F54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33F0B-8108-DCBC-39BF-C9FA625B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C84B7-2FF7-ECE1-B54F-01CD8246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18795-130C-026F-271F-BDA3C1BD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752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1E4-FBD1-9547-A79F-C5B1CC6D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DB982-CA5E-EFCA-FE8E-977A2C677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ACD7A-1344-D004-AE7C-AA00BA882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7AC81-8DBE-8751-C9FC-F7D25A93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94655-0FF2-707D-9553-1D5FF4E9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CD43B-FE77-1ECB-AFBD-252CCD10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00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CF11-2013-8EDE-5EC2-C4FE1C60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18464-0ADC-B385-D476-CD615E13E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1A83-47AF-4A11-B742-2C1F0346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F35C-632B-AA76-9C01-352E7621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28ECE-FA9D-CC91-43E8-07B4B336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430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823F2-68BC-FBA1-2148-A6B80BEA1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6EC56-EF57-1E8C-BBE9-06D3734F0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ACF32-0D3B-4BAA-75BD-42D9208D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E8C1-08BA-75E4-9A1F-C933A7ED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7723-8A7E-10FD-A52C-B97F6B9A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136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A76D5-26D1-E497-FC12-6AAD5557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816F6-77E5-74B2-B928-E6A24663E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06B8-343F-B8DA-D54C-392BD11ED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BECEA-4D4E-446B-A274-44078EC8CE93}" type="datetimeFigureOut">
              <a:rPr lang="en-ZA" smtClean="0"/>
              <a:t>2025/10/06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4710D-A0D7-EDDB-F79C-4BA5270CB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6A59B-CE2D-C338-00BD-1AF2C27C8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185A8-6413-4EE2-8B24-9B82C160E3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65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61BD-CA8C-DFEF-C784-3DAF85808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E79EC-AF9A-EFC3-C071-D6BE637A7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6592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</cp:revision>
  <dcterms:created xsi:type="dcterms:W3CDTF">2025-10-06T05:52:34Z</dcterms:created>
  <dcterms:modified xsi:type="dcterms:W3CDTF">2025-10-06T05:53:02Z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2025-10-06T05:52:34Z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ead5cb60-006f-4a12-a7bb-6606b9e64339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