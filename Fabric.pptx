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72" r:id="rId31"/>
    <p:sldId id="274" r:id="rId32"/>
    <p:sldId id="275" r:id="rId33"/>
    <p:sldId id="276" r:id="rId34"/>
    <p:sldId id="292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2" autoAdjust="0"/>
    <p:restoredTop sz="81103" autoAdjust="0"/>
  </p:normalViewPr>
  <p:slideViewPr>
    <p:cSldViewPr snapToGrid="0" showGuides="1">
      <p:cViewPr>
        <p:scale>
          <a:sx n="45" d="100"/>
          <a:sy n="45" d="100"/>
        </p:scale>
        <p:origin x="1608" y="3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CEBD4-3BED-4C67-8E3C-071AED85B405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80D8D-CAEA-49DB-890D-51F2B38F72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912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</a:t>
            </a:r>
            <a:r>
              <a:rPr lang="en-US" dirty="0" err="1"/>
              <a:t>Qulaity</a:t>
            </a:r>
            <a:r>
              <a:rPr lang="en-US" dirty="0"/>
              <a:t> of report in PBI Inspector / Checks semantic Model!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80D8D-CAEA-49DB-890D-51F2B38F7284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3150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pipeline updated , and therefore it is tested. Commit </a:t>
            </a:r>
            <a:r>
              <a:rPr lang="en-US" dirty="0" err="1"/>
              <a:t>dataplipeline</a:t>
            </a:r>
            <a:r>
              <a:rPr lang="en-US" dirty="0"/>
              <a:t> to Azure Dev Ops. To updates dev branch.</a:t>
            </a:r>
          </a:p>
          <a:p>
            <a:r>
              <a:rPr lang="en-US" dirty="0"/>
              <a:t>Data Factory testing Framework.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80D8D-CAEA-49DB-890D-51F2B38F7284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964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Fabric Essentials Listings:   -- Guidance on Repositories configs.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80D8D-CAEA-49DB-890D-51F2B38F7284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3109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Branching out to new workspace. It </a:t>
            </a:r>
            <a:r>
              <a:rPr lang="en-US" dirty="0" err="1"/>
              <a:t>wil</a:t>
            </a:r>
            <a:r>
              <a:rPr lang="en-US" dirty="0"/>
              <a:t> create Branch in Repository ..as well. Click on the Green Branch ICON.</a:t>
            </a:r>
          </a:p>
          <a:p>
            <a:r>
              <a:rPr lang="en-US" dirty="0"/>
              <a:t>It will synch over all the supported items.</a:t>
            </a:r>
          </a:p>
          <a:p>
            <a:r>
              <a:rPr lang="en-US" dirty="0"/>
              <a:t>Is only clones over Meta data, not the data itself.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80D8D-CAEA-49DB-890D-51F2B38F7284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65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commits the change…manually.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80D8D-CAEA-49DB-890D-51F2B38F7284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620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2AD9-2FA8-D1FD-D31A-091F475F3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F9B38-5372-A9E8-43A3-7B07B47FD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68F53-E3AA-952E-BC9A-FB0626F0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797B0-EAB3-4DC5-D750-B8D7FA80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ED5E-AD93-8886-7D54-C4AE72A5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5324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9918-7D61-2FED-100C-2FA2B21F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4DE5-BE65-6031-C729-6B206AA07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0DDC6-95EB-25CD-C382-641D2ACD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F7C81-CBE7-A14A-AE5F-50579CDF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664E-CD38-D4B4-94B7-600C5FDA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650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314A-BD58-7A2C-797B-39475789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FB51B-3FCB-E817-F05B-965BA8AFA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11337-F78C-65F8-58AF-D9A81783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22E6F-472E-B155-FE73-EB3D87C3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EEEA-3E2D-C32A-B048-25E1E562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534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374D-664C-1C28-E9C9-D706B2CF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6AC2-7AC8-11FF-BF6E-45666B0E3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51B40-DB49-4402-F88A-0EA0696A9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F2DF-B7A9-ED76-90C9-4704ACDE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597BD-0106-4711-7EC7-5BCBE524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24669-8635-8DE3-C8B4-A85C086C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00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4501-BF57-B1D8-4DBA-F72A718B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0ACBB-1C43-ABB6-5763-83BE208FD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EDF47-D982-36E5-18C8-DCA238E68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D8DB1-276C-5F43-9BA8-18551F1AD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ADC74-841E-F35B-E7E1-AE4B6B71E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1F6E8-8FF4-1C2A-9828-5E98BCCC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1680E-6043-B002-6A3F-55FEF82E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F911C-FD99-5333-E949-7D812DD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88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D1AB-365F-69D6-DB80-730F3FD5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47057-F5EE-6036-1E74-A2306709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7C728-D839-2205-0111-4D259847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5AD02-F9C2-3BE4-EFCC-4235F91C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998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DECE4-A8B7-8240-A7E7-3149651A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462A5-61FF-32C9-B007-F6956BEE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6C8A4-58B4-D2B8-B025-C76F502C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526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E49F-D606-FB6F-96AC-16945488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E2359-AFF3-B121-F12C-D969FA2B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5A5CA-ED23-3918-A9D2-75E86C2E9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9E562-CDC9-48C4-5332-077AEAA0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34629-3BF3-6A23-B2D2-02D18935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140B3-5FA0-054C-4668-A761D4CF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635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7135-0F5F-4B0A-07BD-CED62E2F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9228F-20E5-8B99-5EFC-7EF5D38BF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CE60B-3E52-142F-A863-17B88D98A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7819-4D71-29EC-3F0E-F9FAF2A8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64D7B-A35D-7129-EEC8-764665AE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2BE15-3C0E-CD81-0866-8F30C05E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533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3741-0031-8C39-99AE-ED264717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2CF58-F110-743A-A886-CD0DAFD25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61F99-A3BB-DF85-7BE7-C6606E57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7428-BCF0-F07E-9C35-42C9EFA2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654FC-B874-5B40-D244-96D170D3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190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4D7ED-F4C5-3261-C77E-824B4EC3F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E4C84-C52C-BAD6-D9BC-C7CB0740F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86A55-F379-6F34-9E4D-DEAAD882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55AD-F8A9-9220-AEB2-890AD9E8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5F57-0854-61C6-7506-258CAAAB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662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43430-8F52-C89B-13E2-E360EA9E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F3316-F286-3A31-247B-5FEB347CE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A9D8E-F668-2204-4968-C78A1F89D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06F82-0010-4815-8ADB-A18F409F16E7}" type="datetimeFigureOut">
              <a:rPr lang="en-ZA" smtClean="0"/>
              <a:t>2025/10/08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23C5-4CF5-C237-48E8-73A5077AF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CD0F3-D25E-F93E-C229-E2BE6C5C7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8A55C-7513-4D6F-8B32-62B3FA0DCF2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41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9153-3EC7-8E2D-D355-1A5EF476E6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Fabric / Azure </a:t>
            </a:r>
            <a:r>
              <a:rPr lang="en-US" dirty="0" err="1"/>
              <a:t>Devops</a:t>
            </a:r>
            <a:r>
              <a:rPr lang="en-US" dirty="0"/>
              <a:t> So Far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06860-DE24-9686-7D3D-768D7C3AE6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2FC30-795F-F1CE-DA77-EE1B39EF7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785708"/>
            <a:ext cx="8459381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19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E45A-89EA-50C5-94B4-17F04862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08D6-BD3A-4F2D-D107-4378AE00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420364-A422-1BC3-BC8C-E69E291D7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167" y="881840"/>
            <a:ext cx="6677957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6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D623-3A68-6F2C-66F7-3C92D679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809B60-3FD7-AAE8-E4CF-D8E483A69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079" y="1690688"/>
            <a:ext cx="204354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5D7B6-EAFF-BB02-3726-EE71E415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926" y="1842012"/>
            <a:ext cx="714474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1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7EF0-A07B-EE32-8FA5-2CC788DC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2F49DC-B158-8501-2E10-5DE455FE0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044" y="870744"/>
            <a:ext cx="9830307" cy="5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6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AB42-919F-2019-EB3D-8F27C819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081A4-60FA-47A2-CBAE-127ABC40A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306" y="691058"/>
            <a:ext cx="7078063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0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F895-DB20-D416-4B1D-ECAF1FC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E77F-4701-DD41-32F2-D953392A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E49724-5EC8-E56A-FA7C-B9553E001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848850" cy="55641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995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0BE1-1C3D-FEAF-4649-BC862067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FB5A-261C-4E8A-8978-E52E856A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F577C-4280-6402-3566-AC8778546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39750"/>
            <a:ext cx="9505950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938D-116D-A74A-2794-F73C17C2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652E-26CF-0FFC-E3BC-5E9C2184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533A29-2F36-CD71-9A50-1C641D720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489" y="1825625"/>
            <a:ext cx="75350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5906-8B50-CD22-823A-038BD8B6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1EEC-DD7F-FAD9-0963-A400A579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D5A91-BD9A-98AD-7328-725B4F417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971" y="600653"/>
            <a:ext cx="10016053" cy="47142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0565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E832-C4E6-1937-0D1D-B422A955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6E5F-1DCF-6477-65B1-260868E3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EFA8C3-5B37-2734-65F4-F42A4657C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250" y="1139825"/>
            <a:ext cx="951980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16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02F5-4D48-81A8-DF13-C283B685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C43A-4223-7A8F-51EF-C6BC7338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76B99-CA99-AF25-AFFA-0FB5B4FF9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251" y="833974"/>
            <a:ext cx="10401824" cy="525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9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8669E-FEEB-1A67-8909-6B712D02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FDA3-2D0A-EAD8-408F-8E4FB52A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A1DC8-48D1-A890-9E4E-3445A0E88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814" y="914003"/>
            <a:ext cx="9049174" cy="502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9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0216-DEF3-F35C-8DEC-39D4FF9F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12AE-2AAD-3743-C925-C81EEEB4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D8CEE-2FFF-2B5D-6607-F99927284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39" y="557790"/>
            <a:ext cx="5353797" cy="308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99378-E3AA-06ED-EE6C-243FBEA5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16" y="365126"/>
            <a:ext cx="5495178" cy="3086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FC9F20-6D64-4938-B506-F40884DAF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093" y="3922711"/>
            <a:ext cx="5120223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1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1058-19A1-5967-243F-2CF8D955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7AD8-3A7C-87E1-5B08-6DFDD516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goes to </a:t>
            </a:r>
            <a:r>
              <a:rPr lang="en-US" dirty="0" err="1"/>
              <a:t>Wspace</a:t>
            </a:r>
            <a:r>
              <a:rPr lang="en-US" dirty="0"/>
              <a:t> , then goes to git integration in 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16458-186A-FC49-D233-76B0F0176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311" y="1881685"/>
            <a:ext cx="628737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E4E9-0F02-E89D-FF97-7B61904D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E281-A5FE-1EB1-8791-F1535BFD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en-US" dirty="0"/>
              <a:t>CICD Workflow Option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274ACA-2A56-E5F3-AD81-98E49E896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937" y="1290339"/>
            <a:ext cx="9073075" cy="50390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751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531DA-EC8B-41D3-915F-B4D556EA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1998-03C9-61BC-DED7-EB4FAD78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0DD8B9-6768-5C8D-C7FD-1EF7CA1A0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413" y="633924"/>
            <a:ext cx="10330650" cy="530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88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65AC-0FF1-C557-1229-EDC3DDBBA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Integration Testing..</a:t>
            </a:r>
            <a:r>
              <a:rPr lang="en-US" dirty="0" err="1"/>
              <a:t>ie</a:t>
            </a:r>
            <a:r>
              <a:rPr lang="en-US" dirty="0"/>
              <a:t> testing reports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B6538-FE28-2B54-42E1-3E11FBF2A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33500"/>
            <a:ext cx="985221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9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8B85-2785-A416-92C2-171464DA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1764-2F6B-4979-F4D9-103A4A90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r>
              <a:rPr lang="en-US" dirty="0"/>
              <a:t>Can also </a:t>
            </a:r>
            <a:r>
              <a:rPr lang="en-US" dirty="0" err="1"/>
              <a:t>testr</a:t>
            </a:r>
            <a:r>
              <a:rPr lang="en-US" dirty="0"/>
              <a:t> data </a:t>
            </a:r>
            <a:r>
              <a:rPr lang="en-US" dirty="0" err="1"/>
              <a:t>piplines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98DA6-F1A8-0708-758A-3BB89AD82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5800" y="1482725"/>
            <a:ext cx="7671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51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6894-40D2-3A84-00DC-E629B55E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9D1D-FCE4-EDAC-76D9-9150D65C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/>
          <a:lstStyle/>
          <a:p>
            <a:r>
              <a:rPr lang="en-US" dirty="0"/>
              <a:t>Branch Strategies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09FC1F-AF92-695B-4B12-D1C0576AF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9622" y="1202038"/>
            <a:ext cx="8930216" cy="411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1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C4C7-CF73-D74A-C84D-EF0BF257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6517-8A42-6A59-1958-C723857F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Note the Source Control – Do you only se that if Dev Ops is enabled, I don’t see it.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B7EFB9-9DFE-2915-5942-0DDD9B344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7418" y="1825625"/>
            <a:ext cx="99171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14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D950-63E2-13DC-83AD-667AA6E5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F97F-261C-7491-580E-E56D9FA6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F81EAE-F29F-7E4D-78F3-E81BDC4F6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29170"/>
            <a:ext cx="911669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7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44BF-31E0-DA72-ABF7-CC3E40E8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FD98-F1EA-E4FF-6A36-45A1F747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1698E-DAD5-4664-5131-EAADABBD1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50" y="912812"/>
            <a:ext cx="932021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36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F023-EBB4-2696-1D0A-3B05F314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FB61-50DA-35BF-81C8-91F72475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4C33B5-E403-3DA2-F729-44FB32E16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16" y="668337"/>
            <a:ext cx="10356334" cy="582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60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3AB7-A587-513A-45CB-02CD18D6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9E22-8F30-71D3-0703-7E883D1E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CAAE05-30A7-5D69-26AD-0283EAD0F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618" y="511175"/>
            <a:ext cx="1067307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49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F9AF-A872-5B53-C08A-D9E3A16E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C500-ABC9-DA8F-2A3B-0AA86639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22123E-6352-64BB-604B-838DB64B3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91" y="554037"/>
            <a:ext cx="9864759" cy="490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5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EE99-BC0A-719B-42C4-E45D26CC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2282-AF9B-4C3B-0488-29FEA5B1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39B277-A6F4-AABC-F72E-D92FB2F84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622" y="1825625"/>
            <a:ext cx="73907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86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C65F-7E94-8172-D77D-53F55600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6270-660B-637E-F015-3D5B4D45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F64C9-D501-79B2-51AA-6839A20C6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081" y="625475"/>
            <a:ext cx="8960332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36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C734-8EF8-E969-64E0-ECA4D609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AEE8-8D5E-303D-A9F2-7FA0476E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1F24D-34C9-36F9-9E36-39F1387A0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694" y="639762"/>
            <a:ext cx="9239731" cy="6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58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3BE9-465A-3C9B-DCC3-ACECA340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AB0B-8DF4-1CCE-313C-3133858E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37F16A-D955-03F0-F037-41D379AF0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225" y="468311"/>
            <a:ext cx="10414000" cy="56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09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F35F-2F6B-68B5-498F-D9015CCE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8796-97F3-755D-CF6E-51761A7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555D0C-EF02-D640-EA52-356D1F38F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54" y="365125"/>
            <a:ext cx="11176746" cy="6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05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D69-9AD9-F9F0-E8B7-A5B4D08F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D9C1-1C21-F020-DDB1-D569CF3D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2FB79-F9A9-CE7F-A84E-CF241E321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67243"/>
            <a:ext cx="9805988" cy="547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09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FEA6-6AC7-25A8-959F-D67CD961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B81C-A4F9-AF35-36DF-7E58E56C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He made a change I PBIX ..Source </a:t>
            </a:r>
            <a:r>
              <a:rPr lang="en-US" dirty="0" err="1"/>
              <a:t>contro;l</a:t>
            </a:r>
            <a:r>
              <a:rPr lang="en-US" dirty="0"/>
              <a:t> recognizes it and logged in the Repo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078112-74C5-8935-EB8E-C8D5F0F92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9505" y="1825625"/>
            <a:ext cx="77929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23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5157-DAF0-DF91-2AD9-D8933EE7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FAFC-8FC8-4128-67DC-2D06B6A6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change in Repo.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439AC-E1D1-65C9-B59A-3B3AC6120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0555" y="1825625"/>
            <a:ext cx="74708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45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EC7F-B2B8-905F-20B9-053878B3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6D99-6DE0-6291-DEAA-C431C3CD6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7629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DBCE-BD73-684F-24FE-C312D744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FB8C-2331-1B9C-ED25-B1A46ED5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1874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44D7-B504-E25C-3A16-5CD2FBC6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23E2-363F-5496-3E72-42100DF3B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6544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EFEF-3D96-1BE7-4587-7CF88474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9D61-9750-F608-5F84-1430A390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7CBE4-7A5B-6DDD-F083-E7F8DBD8D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9961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76EC2-F6F1-FE07-E3DE-5AF20F16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9EE6-E23E-D43F-C4AC-56EAAF6D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8549-4787-47B2-2B4E-FB8A6C5F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7734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0F2D-6B9B-2334-7C1F-0E487C22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B88F-958C-16A5-D9E7-B2A2D192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8096-F9E6-F64D-2D33-84B5AD10C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2969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8AB1-E7B8-62BC-C709-85DCDB68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223F-9EEA-7792-F55D-62F5A0C0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0AFD-8AC4-9A6A-C4BD-B24DAD255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4577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695E-1457-4FA2-525F-479EE799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1A64-5CD4-BA25-B1EE-0C3EEC97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6B497-66A4-D92A-3EE7-D6738C111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0479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942A-561B-2397-EF4B-4EBCEDC2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4ACA-664D-5650-F288-B19DF7D2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1EAD-6404-1410-8EB2-1F3A1332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7788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1484-C0CB-200E-0C4B-AB6B4B83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51B7-09DD-760A-1193-E19B85F2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C6113-FAC1-B130-698E-42F2FFDBB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6893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90E4-C7EE-560B-3FAC-C46E7FE1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996D-F686-8C93-DCB9-B3DBA53C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C63FD-EA18-90A6-6ABA-E6516C09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5878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E49D-1A51-A5BF-DC5D-A420E384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9734-3661-6CC6-F684-423CDE86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90D42-1601-FE65-5B4A-A6E3F46E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5079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9BB8-F920-E25A-A9AA-E3439EE5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79BB-F94C-CCD1-9DF8-04DAF1B0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4697-22D2-3D49-9D62-922231AD7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1964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8368-B4C3-5F41-4401-C99D1987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570B-4C30-E17A-601E-1225BEEE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8A08-0D6F-F6C7-A43E-E042634A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76907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22D3-6751-A356-4B73-9805F3EB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6FA3-E4F2-81AC-B07A-62EF3B47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E8F3-EF89-B603-B59B-F19B5CBB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425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F4B0-ACB7-FD02-C7A7-4360EBFB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4F75-1497-1F08-0ACE-ABBC27D9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1F0-F782-7DC3-9F6D-1A109DF5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35781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F67B-B4ED-0A04-F6B5-D779A7B1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0FEF-C546-A3FB-C82A-576AA534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F9AA2-3797-7FBD-CEA1-9AD967C4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58863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3238-018F-4D75-C588-7853C1C1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F5F2-4FEB-FE7C-C14E-C8D4D796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0490-5712-0373-8D06-BC55B56AB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7388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F6DC-5393-C59E-4739-D4742935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D061-FB7D-6CAE-FDA1-EC36B332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6CF0-E962-47F1-E099-F4C5416A2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020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7345</TotalTime>
  <Words>184</Words>
  <Application>Microsoft Office PowerPoint</Application>
  <PresentationFormat>Widescreen</PresentationFormat>
  <Paragraphs>22</Paragraphs>
  <Slides>52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Fabric / Azure Devops So Far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 goes to Wspace , then goes to git integration in settings</vt:lpstr>
      <vt:lpstr>CICD Workflow Option</vt:lpstr>
      <vt:lpstr>PowerPoint Presentation</vt:lpstr>
      <vt:lpstr>Integration Testing..ie testing reports </vt:lpstr>
      <vt:lpstr>Can also testr data piplines </vt:lpstr>
      <vt:lpstr>Branch Strategies</vt:lpstr>
      <vt:lpstr>Note the Source Control – Do you only se that if Dev Ops is enabled, I don’t see it.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 made a change I PBIX ..Source contro;l recognizes it and logged in the Repo</vt:lpstr>
      <vt:lpstr>See change in Repo.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15</cp:revision>
  <dcterms:created xsi:type="dcterms:W3CDTF">2025-10-08T17:03:03Z</dcterms:created>
  <dcterms:modified xsi:type="dcterms:W3CDTF">2025-10-13T19:28:45Z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2025-10-08T17:03:03Z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016bd04b-3692-4811-9d48-77dfb6005ddc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